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Us</a:t>
            </a:r>
            <a:endParaRPr/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800"/>
              <a:t>BY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IN" sz="2800"/>
              <a:t>Name of all the Members in the Group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23813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Guided By,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Project Guide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Brief intro to your Topic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Significance of the area you are working.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Literature Review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Study of the other similar approaches to the problem you are solving.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Could be </a:t>
            </a:r>
            <a:r>
              <a:rPr b="1" lang="en-IN"/>
              <a:t>Journal/Conference papers </a:t>
            </a:r>
            <a:r>
              <a:rPr lang="en-IN"/>
              <a:t>OR </a:t>
            </a:r>
            <a:r>
              <a:rPr b="1" lang="en-IN"/>
              <a:t>Patents</a:t>
            </a:r>
            <a:r>
              <a:rPr lang="en-IN"/>
              <a:t> OR </a:t>
            </a:r>
            <a:r>
              <a:rPr b="1" lang="en-IN"/>
              <a:t>any other work </a:t>
            </a:r>
            <a:r>
              <a:rPr lang="en-IN"/>
              <a:t>that fits the criteria.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113" name="Google Shape;11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Motivation (</a:t>
            </a:r>
            <a:r>
              <a:rPr i="1" lang="en-IN"/>
              <a:t>Optional</a:t>
            </a:r>
            <a:r>
              <a:rPr lang="en-IN"/>
              <a:t>)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Research Gap you have identified in the existing approach OR Novelty of your approach as compared to other approaches.</a:t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123" name="Google Shape;12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Precise description of the problem you are trying to solve.</a:t>
            </a:r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Architecture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Architecture of the proposed work.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Give an overview about how you are approaching the problem.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You can conclude by talking about the planned work for the next phase.</a:t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838200" y="1825625"/>
            <a:ext cx="10515600" cy="4115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References in IEEE format.</a:t>
            </a:r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421" y="0"/>
            <a:ext cx="1751379" cy="81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Indian Institute of Information Technology Kottayam</a:t>
            </a:r>
            <a:endParaRPr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/>
              <a:t>‹#›</a:t>
            </a:fld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